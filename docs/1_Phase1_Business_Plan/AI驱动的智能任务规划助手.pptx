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22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37CB4-05BC-4FEC-8EC6-5BCD82B51D8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73BDA-7722-4303-9EF7-F7235B282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716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3BDA-7722-4303-9EF7-F7235B282A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195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AI驱动的智能任务规划助手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从被动记录到主动规划的革命</a:t>
            </a:r>
            <a:endParaRPr sz="1800" dirty="0"/>
          </a:p>
          <a:p>
            <a:r>
              <a:rPr sz="1200" dirty="0"/>
              <a:t>202</a:t>
            </a:r>
            <a:r>
              <a:rPr lang="en-US" sz="1200" dirty="0"/>
              <a:t>5</a:t>
            </a:r>
            <a:r>
              <a:rPr sz="1200" dirty="0"/>
              <a:t>年10月22日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问题与痛点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现有待办事项应用只是“</a:t>
            </a:r>
            <a:r>
              <a:rPr sz="2400" dirty="0" err="1"/>
              <a:t>数字便签</a:t>
            </a:r>
            <a:r>
              <a:rPr sz="2400" dirty="0"/>
              <a:t>”，</a:t>
            </a:r>
            <a:r>
              <a:rPr sz="2400" dirty="0" err="1"/>
              <a:t>无法真正解决“执行难”的问题</a:t>
            </a:r>
            <a:r>
              <a:rPr sz="2400" dirty="0"/>
              <a:t>。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 err="1"/>
              <a:t>用户场景</a:t>
            </a:r>
            <a:r>
              <a:rPr sz="2400" dirty="0"/>
              <a:t>：</a:t>
            </a:r>
          </a:p>
          <a:p>
            <a:pPr lvl="1"/>
            <a:r>
              <a:rPr sz="2000" dirty="0" err="1"/>
              <a:t>想学Python</a:t>
            </a:r>
            <a:r>
              <a:rPr sz="2000" dirty="0"/>
              <a:t> → </a:t>
            </a:r>
            <a:r>
              <a:rPr sz="2000" dirty="0" err="1"/>
              <a:t>不知道从何开始</a:t>
            </a:r>
            <a:endParaRPr sz="2000" dirty="0"/>
          </a:p>
          <a:p>
            <a:pPr lvl="1"/>
            <a:r>
              <a:rPr sz="2000" dirty="0" err="1"/>
              <a:t>任务太模糊</a:t>
            </a:r>
            <a:r>
              <a:rPr lang="en-US" sz="2000" dirty="0">
                <a:latin typeface="+mj-lt"/>
              </a:rPr>
              <a:t>(</a:t>
            </a:r>
            <a:r>
              <a:rPr lang="zh-CN" altLang="en-US" sz="1600" dirty="0">
                <a:latin typeface="+mj-lt"/>
              </a:rPr>
              <a:t>晚上要学习</a:t>
            </a:r>
            <a:r>
              <a:rPr lang="en-US" sz="2000" dirty="0">
                <a:latin typeface="+mj-lt"/>
              </a:rPr>
              <a:t>)</a:t>
            </a:r>
            <a:r>
              <a:rPr sz="2000" dirty="0"/>
              <a:t> → </a:t>
            </a:r>
            <a:r>
              <a:rPr sz="2000" dirty="0" err="1"/>
              <a:t>难以执行和坚持</a:t>
            </a:r>
            <a:endParaRPr sz="2000" dirty="0"/>
          </a:p>
          <a:p>
            <a:pPr lvl="1"/>
            <a:r>
              <a:rPr sz="2000" dirty="0" err="1"/>
              <a:t>依赖大公司服务</a:t>
            </a:r>
            <a:r>
              <a:rPr sz="2000" dirty="0"/>
              <a:t> → </a:t>
            </a:r>
            <a:r>
              <a:rPr sz="2000" dirty="0" err="1"/>
              <a:t>数据隐私担忧</a:t>
            </a:r>
            <a:endParaRPr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sz="2400" dirty="0"/>
              <a:t>任务管理需要的是“</a:t>
            </a:r>
            <a:r>
              <a:rPr sz="2400" dirty="0" err="1"/>
              <a:t>规划智慧</a:t>
            </a:r>
            <a:r>
              <a:rPr sz="2400" dirty="0"/>
              <a:t>”，</a:t>
            </a:r>
            <a:r>
              <a:rPr sz="2400" dirty="0" err="1"/>
              <a:t>而不仅仅是“记录工具</a:t>
            </a:r>
            <a:r>
              <a:rPr sz="2400" dirty="0"/>
              <a:t>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解决方案与核心创新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 marL="0" indent="0">
              <a:buNone/>
            </a:pPr>
            <a:r>
              <a:rPr sz="2400" dirty="0" err="1"/>
              <a:t>一句话定义：融合AI大模型的对话式任务规划助手</a:t>
            </a:r>
            <a:r>
              <a:rPr sz="2400" dirty="0"/>
              <a:t>。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 err="1"/>
              <a:t>三大创新点</a:t>
            </a:r>
            <a:r>
              <a:rPr sz="2400" dirty="0"/>
              <a:t>：</a:t>
            </a:r>
          </a:p>
          <a:p>
            <a:pPr marL="400050" lvl="1" indent="0">
              <a:buNone/>
            </a:pPr>
            <a:r>
              <a:rPr sz="2000" dirty="0"/>
              <a:t>1. </a:t>
            </a:r>
            <a:r>
              <a:rPr sz="2000" dirty="0" err="1"/>
              <a:t>智能任务解析：理解模糊意图，自动拆解为可执行步骤</a:t>
            </a:r>
            <a:r>
              <a:rPr sz="2000" dirty="0"/>
              <a:t>。</a:t>
            </a:r>
          </a:p>
          <a:p>
            <a:pPr marL="400050" lvl="1" indent="0">
              <a:buNone/>
            </a:pPr>
            <a:r>
              <a:rPr sz="2000" dirty="0"/>
              <a:t>2. </a:t>
            </a:r>
            <a:r>
              <a:rPr sz="2000" dirty="0" err="1"/>
              <a:t>对话式交互：通过自然聊天创建和发现任务</a:t>
            </a:r>
            <a:r>
              <a:rPr sz="2000" dirty="0"/>
              <a:t>。</a:t>
            </a:r>
          </a:p>
          <a:p>
            <a:pPr marL="400050" lvl="1" indent="0">
              <a:buNone/>
            </a:pPr>
            <a:r>
              <a:rPr sz="2000" dirty="0"/>
              <a:t>3. </a:t>
            </a:r>
            <a:r>
              <a:rPr sz="2000" dirty="0" err="1"/>
              <a:t>隐私优先：用户自带API密钥，数据完全自主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核心功能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 err="1"/>
              <a:t>功能流程</a:t>
            </a:r>
            <a:r>
              <a:rPr sz="2400" dirty="0"/>
              <a:t>：</a:t>
            </a:r>
          </a:p>
          <a:p>
            <a:pPr lvl="1"/>
            <a:r>
              <a:rPr sz="2000" dirty="0" err="1"/>
              <a:t>用户输入“准备期末考试</a:t>
            </a:r>
            <a:r>
              <a:rPr sz="2000" dirty="0"/>
              <a:t>” → </a:t>
            </a:r>
            <a:r>
              <a:rPr sz="2000" dirty="0" err="1"/>
              <a:t>AI分析并生成任务树</a:t>
            </a:r>
            <a:r>
              <a:rPr sz="2000" dirty="0"/>
              <a:t> →</a:t>
            </a:r>
          </a:p>
          <a:p>
            <a:pPr lvl="1"/>
            <a:r>
              <a:rPr sz="2000" dirty="0" err="1"/>
              <a:t>显示复习计划、时间安排、优先级</a:t>
            </a:r>
            <a:r>
              <a:rPr sz="2000" dirty="0"/>
              <a:t> → </a:t>
            </a:r>
            <a:r>
              <a:rPr sz="2000" dirty="0" err="1"/>
              <a:t>用户确认添加到待办列表</a:t>
            </a:r>
            <a:r>
              <a:rPr sz="2000" dirty="0"/>
              <a:t>。</a:t>
            </a:r>
            <a:endParaRPr lang="en-US" sz="2000" dirty="0"/>
          </a:p>
          <a:p>
            <a:pPr lvl="1"/>
            <a:endParaRPr sz="2000" dirty="0"/>
          </a:p>
          <a:p>
            <a:pPr marL="0" indent="0">
              <a:buNone/>
            </a:pPr>
            <a:r>
              <a:rPr sz="2400" dirty="0" err="1"/>
              <a:t>特色功能</a:t>
            </a:r>
            <a:r>
              <a:rPr sz="2400" dirty="0"/>
              <a:t>：</a:t>
            </a:r>
          </a:p>
          <a:p>
            <a:pPr marL="400050" lvl="1" indent="0">
              <a:buNone/>
            </a:pPr>
            <a:r>
              <a:rPr sz="2000" dirty="0"/>
              <a:t>• </a:t>
            </a:r>
            <a:r>
              <a:rPr sz="2000" dirty="0" err="1"/>
              <a:t>智能任务拆解</a:t>
            </a:r>
            <a:endParaRPr sz="2000" dirty="0"/>
          </a:p>
          <a:p>
            <a:pPr marL="400050" lvl="1" indent="0">
              <a:buNone/>
            </a:pPr>
            <a:r>
              <a:rPr sz="2000" dirty="0"/>
              <a:t>• </a:t>
            </a:r>
            <a:r>
              <a:rPr sz="2000" dirty="0" err="1"/>
              <a:t>个性化时间建议</a:t>
            </a:r>
            <a:endParaRPr sz="2000" dirty="0"/>
          </a:p>
          <a:p>
            <a:pPr marL="400050" lvl="1" indent="0">
              <a:buNone/>
            </a:pPr>
            <a:r>
              <a:rPr sz="2000" dirty="0"/>
              <a:t>• </a:t>
            </a:r>
            <a:r>
              <a:rPr sz="2000" dirty="0" err="1"/>
              <a:t>聊天中发现任务</a:t>
            </a:r>
            <a:endParaRPr sz="2000" dirty="0"/>
          </a:p>
          <a:p>
            <a:pPr marL="400050" lvl="1" indent="0">
              <a:buNone/>
            </a:pPr>
            <a:r>
              <a:rPr sz="2000" dirty="0"/>
              <a:t>• </a:t>
            </a:r>
            <a:r>
              <a:rPr sz="2000" dirty="0" err="1"/>
              <a:t>多AI服务商支持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 err="1"/>
              <a:t>技术栈</a:t>
            </a:r>
            <a:r>
              <a:rPr sz="2400" dirty="0"/>
              <a:t>：</a:t>
            </a:r>
          </a:p>
          <a:p>
            <a:pPr marL="400050" lvl="1" indent="0">
              <a:buNone/>
            </a:pPr>
            <a:r>
              <a:rPr sz="2000" dirty="0" err="1"/>
              <a:t>前端：Kotlin</a:t>
            </a:r>
            <a:r>
              <a:rPr sz="2000" dirty="0"/>
              <a:t> (Android)</a:t>
            </a:r>
          </a:p>
          <a:p>
            <a:pPr marL="400050" lvl="1" indent="0">
              <a:buNone/>
            </a:pPr>
            <a:r>
              <a:rPr sz="2000" dirty="0" err="1"/>
              <a:t>AI集成：REST</a:t>
            </a:r>
            <a:r>
              <a:rPr sz="2000" dirty="0"/>
              <a:t> API + </a:t>
            </a:r>
            <a:r>
              <a:rPr sz="2000" dirty="0" err="1"/>
              <a:t>结构化JSON输出</a:t>
            </a:r>
            <a:endParaRPr sz="2000" dirty="0"/>
          </a:p>
          <a:p>
            <a:pPr marL="400050" lvl="1" indent="0">
              <a:buNone/>
            </a:pPr>
            <a:r>
              <a:rPr sz="2000" dirty="0" err="1"/>
              <a:t>数据：本地存储（SQLite</a:t>
            </a:r>
            <a:r>
              <a:rPr sz="2000" dirty="0"/>
              <a:t>）</a:t>
            </a:r>
            <a:endParaRPr lang="en-US" sz="2000" dirty="0"/>
          </a:p>
          <a:p>
            <a:pPr marL="400050" lvl="1" indent="0">
              <a:buNone/>
            </a:pPr>
            <a:endParaRPr sz="2000" dirty="0"/>
          </a:p>
          <a:p>
            <a:pPr marL="0" indent="0">
              <a:buNone/>
            </a:pPr>
            <a:r>
              <a:rPr sz="2400" dirty="0" err="1"/>
              <a:t>关键技术</a:t>
            </a:r>
            <a:r>
              <a:rPr sz="2400" dirty="0"/>
              <a:t>：</a:t>
            </a:r>
          </a:p>
          <a:p>
            <a:pPr marL="400050" lvl="1" indent="0">
              <a:buNone/>
            </a:pPr>
            <a:r>
              <a:rPr sz="2000" dirty="0" err="1"/>
              <a:t>提示词工程</a:t>
            </a:r>
            <a:endParaRPr lang="en-US" sz="2000" dirty="0"/>
          </a:p>
          <a:p>
            <a:pPr marL="400050" lvl="1" indent="0">
              <a:buNone/>
            </a:pPr>
            <a:r>
              <a:rPr sz="2000" dirty="0" err="1"/>
              <a:t>JSON数据解析</a:t>
            </a:r>
            <a:endParaRPr lang="en-US" sz="2000" dirty="0"/>
          </a:p>
          <a:p>
            <a:pPr marL="400050" lvl="1" indent="0">
              <a:buNone/>
            </a:pPr>
            <a:r>
              <a:rPr sz="2000" dirty="0" err="1"/>
              <a:t>多AI服务商适配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市场分析与用户画像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 marL="0" indent="0">
              <a:buNone/>
            </a:pPr>
            <a:r>
              <a:rPr sz="2400" dirty="0" err="1"/>
              <a:t>目标用户：大学生、职场新人、自由职业者</a:t>
            </a:r>
            <a:r>
              <a:rPr sz="2400" dirty="0"/>
              <a:t>。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sz="2400" dirty="0" err="1"/>
              <a:t>市场趋势：全球待办事项应用市场持续增长，但缺乏深度AI整合产品</a:t>
            </a:r>
            <a:r>
              <a:rPr sz="2400" dirty="0"/>
              <a:t>。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 err="1"/>
              <a:t>竞争优势</a:t>
            </a:r>
            <a:r>
              <a:rPr sz="2400" dirty="0"/>
              <a:t>：</a:t>
            </a:r>
          </a:p>
          <a:p>
            <a:pPr marL="400050" lvl="1" indent="0">
              <a:buNone/>
            </a:pPr>
            <a:r>
              <a:rPr sz="2000" dirty="0" err="1"/>
              <a:t>对比</a:t>
            </a:r>
            <a:r>
              <a:rPr sz="2000" dirty="0"/>
              <a:t> Microsoft To </a:t>
            </a:r>
            <a:r>
              <a:rPr sz="2000" dirty="0" err="1"/>
              <a:t>Do：更智能，更注重隐私</a:t>
            </a:r>
            <a:r>
              <a:rPr sz="2000" dirty="0"/>
              <a:t>。</a:t>
            </a:r>
          </a:p>
          <a:p>
            <a:pPr marL="400050" lvl="1" indent="0">
              <a:buNone/>
            </a:pPr>
            <a:r>
              <a:rPr sz="2000" dirty="0" err="1"/>
              <a:t>对比其他AI工具：专注任务管理，体验更完整</a:t>
            </a:r>
            <a:r>
              <a:rPr sz="2000" dirty="0"/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商业模式与营销策略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 err="1"/>
              <a:t>初期策略：完全免费，积累用户</a:t>
            </a:r>
            <a:r>
              <a:rPr sz="2400" dirty="0"/>
              <a:t>。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sz="2400" dirty="0" err="1"/>
              <a:t>推广渠道</a:t>
            </a:r>
            <a:r>
              <a:rPr sz="2400" dirty="0"/>
              <a:t>：</a:t>
            </a:r>
          </a:p>
          <a:p>
            <a:pPr marL="400050" lvl="1" indent="0">
              <a:buNone/>
            </a:pPr>
            <a:r>
              <a:rPr sz="2000" dirty="0" err="1"/>
              <a:t>技术社区内容营销</a:t>
            </a:r>
            <a:endParaRPr sz="2000" dirty="0"/>
          </a:p>
          <a:p>
            <a:pPr marL="400050" lvl="1" indent="0">
              <a:buNone/>
            </a:pPr>
            <a:r>
              <a:rPr sz="2000" dirty="0" err="1"/>
              <a:t>校园精准推广</a:t>
            </a:r>
            <a:endParaRPr sz="2000" dirty="0"/>
          </a:p>
          <a:p>
            <a:pPr marL="400050" lvl="1" indent="0">
              <a:buNone/>
            </a:pPr>
            <a:r>
              <a:rPr sz="2000" dirty="0" err="1"/>
              <a:t>口碑传播</a:t>
            </a:r>
            <a:endParaRPr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sz="2400" dirty="0" err="1"/>
              <a:t>未来计划：高级AI功能订阅制</a:t>
            </a:r>
            <a:r>
              <a:rPr sz="2400" dirty="0"/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开发计划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r>
              <a:rPr sz="2400" dirty="0" err="1"/>
              <a:t>第一阶段（当前</a:t>
            </a:r>
            <a:r>
              <a:rPr sz="2400" dirty="0"/>
              <a:t>）：</a:t>
            </a:r>
            <a:r>
              <a:rPr sz="2400" dirty="0" err="1"/>
              <a:t>概念验证与商业规划</a:t>
            </a:r>
            <a:r>
              <a:rPr sz="2400" dirty="0"/>
              <a:t>。</a:t>
            </a:r>
            <a:endParaRPr lang="en-US" sz="2400" dirty="0"/>
          </a:p>
          <a:p>
            <a:endParaRPr sz="2400" dirty="0"/>
          </a:p>
          <a:p>
            <a:r>
              <a:rPr sz="2400" dirty="0" err="1"/>
              <a:t>第二阶段：UI</a:t>
            </a:r>
            <a:r>
              <a:rPr sz="2400" dirty="0"/>
              <a:t>/</a:t>
            </a:r>
            <a:r>
              <a:rPr sz="2400" dirty="0" err="1"/>
              <a:t>UX设计与核心功能开发</a:t>
            </a:r>
            <a:r>
              <a:rPr sz="2400" dirty="0"/>
              <a:t>。</a:t>
            </a:r>
            <a:endParaRPr lang="en-US" sz="2400" dirty="0"/>
          </a:p>
          <a:p>
            <a:endParaRPr sz="2400" dirty="0"/>
          </a:p>
          <a:p>
            <a:r>
              <a:rPr sz="2400" dirty="0" err="1"/>
              <a:t>第三阶段：完整开发、用户测试与迭代优化</a:t>
            </a:r>
            <a:r>
              <a:rPr sz="2400" dirty="0"/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04371"/>
            <a:ext cx="8229600" cy="1143000"/>
          </a:xfrm>
        </p:spPr>
        <p:txBody>
          <a:bodyPr/>
          <a:lstStyle/>
          <a:p>
            <a:r>
              <a:rPr dirty="0" err="1"/>
              <a:t>总结与展望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26267"/>
            <a:ext cx="8229600" cy="3399896"/>
          </a:xfrm>
        </p:spPr>
        <p:txBody>
          <a:bodyPr>
            <a:normAutofit/>
          </a:bodyPr>
          <a:lstStyle/>
          <a:p>
            <a:endParaRPr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重新定义任务管理，让每个人都能更高效地实现目标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真正的AI赋能，而非噱头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228</Words>
  <PresentationFormat>全屏显示(4:3)</PresentationFormat>
  <Paragraphs>71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Calibri</vt:lpstr>
      <vt:lpstr>Office Theme</vt:lpstr>
      <vt:lpstr>AI驱动的智能任务规划助手</vt:lpstr>
      <vt:lpstr>问题与痛点</vt:lpstr>
      <vt:lpstr>解决方案与核心创新</vt:lpstr>
      <vt:lpstr>核心功能</vt:lpstr>
      <vt:lpstr>技术架构</vt:lpstr>
      <vt:lpstr>市场分析与用户画像</vt:lpstr>
      <vt:lpstr>商业模式与营销策略</vt:lpstr>
      <vt:lpstr>开发计划</vt:lpstr>
      <vt:lpstr>总结与展望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terms:created xsi:type="dcterms:W3CDTF">2013-01-27T09:14:16Z</dcterms:created>
  <dcterms:modified xsi:type="dcterms:W3CDTF">2025-12-23T07:47:44Z</dcterms:modified>
  <cp:category/>
</cp:coreProperties>
</file>