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Intelligent Task Planning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800" dirty="0"/>
              <a:t>From Passive Recording to Active Planning</a:t>
            </a:r>
          </a:p>
          <a:p>
            <a:r>
              <a:rPr sz="2000" dirty="0"/>
              <a:t>Date: October 22, 202</a:t>
            </a:r>
            <a:r>
              <a:rPr lang="en-US" sz="2000" dirty="0"/>
              <a:t>5</a:t>
            </a:r>
          </a:p>
          <a:p>
            <a:r>
              <a:rPr lang="en-US" sz="2000" dirty="0"/>
              <a:t>Team 11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Existing to-do apps act as digital notepads – not true planning tools.</a:t>
            </a:r>
          </a:p>
          <a:p>
            <a:r>
              <a:rPr sz="2400" dirty="0"/>
              <a:t>User scenarios:</a:t>
            </a:r>
          </a:p>
          <a:p>
            <a:r>
              <a:rPr sz="2400" dirty="0"/>
              <a:t> “Want to learn Python” → doesn’t know where to start.</a:t>
            </a:r>
          </a:p>
          <a:p>
            <a:r>
              <a:rPr sz="2400" dirty="0"/>
              <a:t>Tasks are too vague → hard to execute and maintain motivation.</a:t>
            </a:r>
          </a:p>
          <a:p>
            <a:r>
              <a:rPr sz="2400" dirty="0"/>
              <a:t>Dependence on big-company cloud → privacy concerns.</a:t>
            </a:r>
          </a:p>
          <a:p>
            <a:r>
              <a:rPr sz="2400" dirty="0"/>
              <a:t>Insight: Task management requires planning intelligence, not just recording.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&amp; Core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Definition: The first dialogue-based task planner powered by AI models.</a:t>
            </a:r>
          </a:p>
          <a:p>
            <a:r>
              <a:rPr dirty="0"/>
              <a:t>Three key innovations:</a:t>
            </a:r>
          </a:p>
          <a:p>
            <a:r>
              <a:rPr dirty="0"/>
              <a:t>1. Intelligent Task Parsing – understands vague intentions, auto-splits into steps.</a:t>
            </a:r>
          </a:p>
          <a:p>
            <a:r>
              <a:rPr dirty="0"/>
              <a:t>2. Conversational Interaction – creates and discovers tasks through chat.</a:t>
            </a:r>
          </a:p>
          <a:p>
            <a:r>
              <a:rPr dirty="0"/>
              <a:t>3. Privacy First – user-provided API keys, full data autonomy.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Workflow Example:</a:t>
            </a:r>
          </a:p>
          <a:p>
            <a:r>
              <a:t>User inputs “Prepare for final exam” → AI generates structured task tree →</a:t>
            </a:r>
          </a:p>
          <a:p>
            <a:r>
              <a:t>Shows study plan, timeline, and priorities → user confirms to add to to-do list.</a:t>
            </a:r>
          </a:p>
          <a:p>
            <a:r>
              <a:t>Feature Highlights:</a:t>
            </a:r>
          </a:p>
          <a:p>
            <a:r>
              <a:t>• Smart task decomposition</a:t>
            </a:r>
          </a:p>
          <a:p>
            <a:r>
              <a:t>• Personalized time recommendations</a:t>
            </a:r>
          </a:p>
          <a:p>
            <a:r>
              <a:t>• Task discovery through conversation</a:t>
            </a:r>
          </a:p>
          <a:p>
            <a:r>
              <a:t>• Multi-AI service compatibility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Tech Stack:</a:t>
            </a:r>
          </a:p>
          <a:p>
            <a:r>
              <a:t>• Frontend: Kotlin (Android)</a:t>
            </a:r>
          </a:p>
          <a:p>
            <a:r>
              <a:t>• AI Integration: REST API + structured JSON output</a:t>
            </a:r>
          </a:p>
          <a:p>
            <a:r>
              <a:t>• Data: Local SQLite storage</a:t>
            </a:r>
          </a:p>
          <a:p>
            <a:r>
              <a:t>Key Technologies:</a:t>
            </a:r>
          </a:p>
          <a:p>
            <a:r>
              <a:t>• Prompt engineering (validated)</a:t>
            </a:r>
          </a:p>
          <a:p>
            <a:r>
              <a:t>• JSON data parsing</a:t>
            </a:r>
          </a:p>
          <a:p>
            <a:r>
              <a:t>• Multi-AI provider adaptation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 &amp; User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Target Users: College students, young professionals, freelancers.</a:t>
            </a:r>
          </a:p>
          <a:p>
            <a:r>
              <a:t>Market Trend: Global to-do app market is growing but lacks deep AI integration.</a:t>
            </a:r>
          </a:p>
          <a:p>
            <a:r>
              <a:t>Competitive Advantages:</a:t>
            </a:r>
          </a:p>
          <a:p>
            <a:r>
              <a:t>• vs Microsoft To Do: smarter and more private.</a:t>
            </a:r>
          </a:p>
          <a:p>
            <a:r>
              <a:t>• vs Other AI tools: focused on task management with a complete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Initial Phase: Free to use to gain user base.</a:t>
            </a:r>
          </a:p>
          <a:p>
            <a:r>
              <a:t>Promotion Channels:</a:t>
            </a:r>
          </a:p>
          <a:p>
            <a:r>
              <a:t>• Tech community content marketing</a:t>
            </a:r>
          </a:p>
          <a:p>
            <a:r>
              <a:t>• Campus-targeted campaigns</a:t>
            </a:r>
          </a:p>
          <a:p>
            <a:r>
              <a:t>• Word-of-mouth growth</a:t>
            </a:r>
          </a:p>
          <a:p>
            <a:r>
              <a:t>Future Plan: Subscription for advanced AI features.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Phase 1 (Current): Concept validation and business planning.</a:t>
            </a:r>
          </a:p>
          <a:p>
            <a:r>
              <a:t>Phase 2: UI/UX design and core function development.</a:t>
            </a:r>
          </a:p>
          <a:p>
            <a:r>
              <a:t>Phase 3: Full development, user testing, and iteration.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Project Value: Redefining task management for efficient goal achievement.</a:t>
            </a:r>
          </a:p>
          <a:p>
            <a:r>
              <a:t>Core Strength: Genuine AI empowerment, not hype.</a:t>
            </a:r>
          </a:p>
          <a:p>
            <a:r>
              <a:t>Next Step: Showcase interactive design and prototype in Phase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420</Words>
  <PresentationFormat>全屏显示(4:3)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AI-driven Intelligent Task Planning Assistant</vt:lpstr>
      <vt:lpstr>Problem &amp; Pain Points</vt:lpstr>
      <vt:lpstr>Solution &amp; Core Innovations</vt:lpstr>
      <vt:lpstr>Core Features Demonstration</vt:lpstr>
      <vt:lpstr>Technical Architecture</vt:lpstr>
      <vt:lpstr>Market Analysis &amp; User Persona</vt:lpstr>
      <vt:lpstr>Business Model &amp; Marketing Strategy</vt:lpstr>
      <vt:lpstr>Development Plan</vt:lpstr>
      <vt:lpstr>Summary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terms:created xsi:type="dcterms:W3CDTF">2013-01-27T09:14:16Z</dcterms:created>
  <dcterms:modified xsi:type="dcterms:W3CDTF">2025-10-22T06:57:08Z</dcterms:modified>
  <cp:category/>
</cp:coreProperties>
</file>