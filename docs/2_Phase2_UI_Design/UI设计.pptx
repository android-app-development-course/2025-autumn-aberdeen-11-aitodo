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DA3E-4602-5060-D19A-C24B1D744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090DFA-10CE-5921-77E8-59A5FEB3F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77FB4D-26ED-E191-655A-9517C843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B336C9-BB21-FA9F-372F-9C5FBB6A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C59B3D-9381-C51E-12E4-B9842967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88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B0FD1-94AA-933C-C7A4-749EB0B5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A62FF0-471E-8417-38A3-07B0D5D09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48D22D-5306-907E-3C8D-8A1502F8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92933-A115-D064-C487-31FB36B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49718-C0FF-BDE1-CF51-F0D35E2C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82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6EE5C-370C-00F6-4F61-946DC8FFF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B11581-4F1D-2E8A-9814-4E9ED1AA9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E6F99B-D353-A84D-3EBE-7ABD57C1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2047BD-49E6-F490-12F1-7E170B06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1A33C-3CA7-739A-DA6E-BEFF17D6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5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1A11E-8956-666D-85EA-03CCC337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057E9-FE60-A8E7-0185-ACB89F0DD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0E1BC6-1020-3C99-5D28-901F55580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F507F7-1276-2368-105D-6133D205F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BD5A30-8A65-0402-A154-1204C5B3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D83064-52A9-2EA7-98F1-007CFFEC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53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16E43-4704-20B8-6C84-EE5F3DEF6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C113C1-56D7-E7C7-D92A-859A5B56A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EED27E-1979-6551-5C18-269725DAD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01AA4E-18C7-90A5-EA13-5D9210931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7B8837-A1FE-6B6C-0002-17CA19180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7A81E8-7BB9-B8F1-3219-1900EEB2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995D63-9B86-AAA2-EA7F-77B211E1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399F0E-5224-F191-6AC7-2A6CEBD2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16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2B0D0-99C5-7E43-6ACB-BCDB59B0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AD4E8F-D72F-C48E-FD8E-7F85DCF7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55235E-7856-DB58-F4D2-C4F973F03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247F08-B1FC-DD09-DA64-2E8F36E8A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911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BC4D923-660E-62BD-124B-1DB27F365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8A2B34-21F3-9EBE-9016-9FF59F00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3F14A-FF84-EF2B-DE9F-3346E4A7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4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B9C8B-5566-6B85-F9EF-002E4A35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4B046-D5F6-EBD5-52C2-371BCDA80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ED0D46-971A-DFA8-7AFC-D292273FE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3396BB-FDAF-CF04-45EB-591673A1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522777-CB97-82AA-3B31-AA2C3B434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D02FAD-D7B7-8241-A8DE-9AEB1B4C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12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54576-4B0E-ADA1-CD30-EB65DB90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8A0213-0598-6149-E263-6756C916D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D253F4-1D5F-0DD4-906B-6213F086E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B05AA-1427-8E30-BA39-7966F13E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9D9442-2B26-752B-894D-0B8A38F3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685A06-BA0F-9890-0282-33B15A03B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94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1E512-8C8B-A85F-101E-A7714766D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E2150-3125-0E60-505E-7D58EA5F8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4A1743-88F2-A934-1D7B-B52781A0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D41E7-E911-BF50-BF61-F0ABDCC41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685231-E09B-03E9-015F-00004F91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959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CBE558-73C3-71D0-4304-EF1620148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76EAE2-7A48-7113-41F9-3F1ECDE22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6D5814-0F65-DEED-F300-96903D09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A9BB4D-9B8D-0A31-D725-F42C3B0DD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20EE19-25A9-198E-A67B-84D54F96B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55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AF84E0-A4E7-5CF8-ADFC-6E0348CA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C310C4-05E0-DBF5-35BE-880A14D08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DE1882-4A4E-69BC-5DDB-24498774A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4E99C-46A3-4EAF-85C0-F183B6D41BA7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94CDC-BCF3-6850-5295-E41EFD59C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2C23FA-9608-95B7-751F-AF425B002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0D032-EAEC-46BA-A93C-F734F9167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34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E4F1BC-6DDB-D455-AF84-5AD7FFB8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5719" y="0"/>
            <a:ext cx="13716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CBB54F6-894F-10B7-04EF-4ED403134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7219"/>
            <a:ext cx="9144000" cy="2387600"/>
          </a:xfrm>
        </p:spPr>
        <p:txBody>
          <a:bodyPr/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54911F-1D34-818C-60AD-8D06A709D6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年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月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日</a:t>
            </a:r>
            <a:endParaRPr lang="en-US" altLang="zh-CN" sz="1800" dirty="0">
              <a:solidFill>
                <a:schemeClr val="bg1">
                  <a:lumMod val="6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1800" dirty="0">
              <a:solidFill>
                <a:schemeClr val="bg1">
                  <a:lumMod val="6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214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0BCF8E-74C5-E0EF-AA03-A8D65B3AC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0"/>
            <a:ext cx="13716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7B186BA-FA11-274D-2724-9C73D1C9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1991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区域划分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9488E-E96A-D6AE-DC0D-6E9E1CFA8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2709545"/>
            <a:ext cx="10515600" cy="4351338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任务清单区</a:t>
            </a:r>
            <a:endParaRPr lang="en-US" altLang="zh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en-US" altLang="zh-CN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AI</a:t>
            </a:r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聊天区</a:t>
            </a:r>
            <a:endParaRPr lang="en-US" altLang="zh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en-US" altLang="zh-CN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总设置区</a:t>
            </a:r>
          </a:p>
        </p:txBody>
      </p:sp>
    </p:spTree>
    <p:extLst>
      <p:ext uri="{BB962C8B-B14F-4D97-AF65-F5344CB8AC3E}">
        <p14:creationId xmlns:p14="http://schemas.microsoft.com/office/powerpoint/2010/main" val="1108360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69B3B15-13A8-DAC6-8D00-EB0A9BFB6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255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1791FC9-3229-16F4-44BA-9EE3534B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任务清单区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19FA5-1FB1-882F-423C-16072DF4C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可添加新任务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勾选已经完成的任务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自动隐藏滚动条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C6B06A0-B94D-5387-EA35-BB83E40A5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86740"/>
            <a:ext cx="2569274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4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430C4F-F567-BA92-8176-8D81819FD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4870" y="0"/>
            <a:ext cx="13871574" cy="693578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3A81DB0-3B6F-D5ED-E897-EE8654D5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聊天区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096820-52EC-4424-3DCA-2849A4780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用户可输入文字并发送给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模仿聊天软件的风格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圆形图标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气泡聊天框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9B918A-80E8-5D64-06F4-473815F0E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521" y="569912"/>
            <a:ext cx="2627762" cy="554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2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6ECCDE1-6EF8-61A8-1FD9-C0A572FC1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0465" y="3737"/>
            <a:ext cx="13708525" cy="685426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475BB2-10C1-5011-D71F-A491043B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总设置区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169BDF-20F5-42E8-613B-4D90726FF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调整主题模式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滑块调整字体大小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滑块调整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APP UI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缩放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98CE14-B41D-97A0-1FCA-932842F4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261" y="644457"/>
            <a:ext cx="2637299" cy="556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5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E6C433-A63C-1634-EC79-D016AF7D4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000" y="0"/>
            <a:ext cx="13716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39476FA-B002-EF1A-3088-79D95ABD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251119_025443">
            <a:hlinkClick r:id="" action="ppaction://media"/>
            <a:extLst>
              <a:ext uri="{FF2B5EF4-FFF2-40B4-BE49-F238E27FC236}">
                <a16:creationId xmlns:a16="http://schemas.microsoft.com/office/drawing/2014/main" id="{E869C24A-4FE5-997F-798B-089D39F3F93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600575" y="88365"/>
            <a:ext cx="2990850" cy="6681270"/>
          </a:xfrm>
        </p:spPr>
      </p:pic>
    </p:spTree>
    <p:extLst>
      <p:ext uri="{BB962C8B-B14F-4D97-AF65-F5344CB8AC3E}">
        <p14:creationId xmlns:p14="http://schemas.microsoft.com/office/powerpoint/2010/main" val="119338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6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FFCBAF-6332-EC73-3FDC-47ED5ED2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6790" y="0"/>
            <a:ext cx="13716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9F8EA33-CE48-87D2-0610-AF337096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2584924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81</Words>
  <PresentationFormat>宽屏</PresentationFormat>
  <Paragraphs>20</Paragraphs>
  <Slides>7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Microsoft YaHei UI</vt:lpstr>
      <vt:lpstr>等线</vt:lpstr>
      <vt:lpstr>等线 Light</vt:lpstr>
      <vt:lpstr>Arial</vt:lpstr>
      <vt:lpstr>Office 主题​​</vt:lpstr>
      <vt:lpstr>UI设计</vt:lpstr>
      <vt:lpstr>区域划分</vt:lpstr>
      <vt:lpstr>任务清单区</vt:lpstr>
      <vt:lpstr>AI聊天区</vt:lpstr>
      <vt:lpstr>总设置区</vt:lpstr>
      <vt:lpstr>PowerPoint 演示文稿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2025-11-18T18:45:13Z</dcterms:created>
  <dcterms:modified xsi:type="dcterms:W3CDTF">2025-12-23T07:48:16Z</dcterms:modified>
</cp:coreProperties>
</file>