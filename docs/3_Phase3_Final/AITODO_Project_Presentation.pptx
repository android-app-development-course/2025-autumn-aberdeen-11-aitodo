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72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image: Thumbnail of the App's main interface and a preview of the AI chat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Visualization Idea: A simple MVVM data flow diagram: View -&gt; ViewModel -&gt; Repository -&gt; AI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Include a promotional poster or GitHub/Project Demo QR code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906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AITODO — An AI-Driven Intelligent To-Do Management Expert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6143"/>
            <a:ext cx="6400800" cy="3238499"/>
          </a:xfrm>
        </p:spPr>
        <p:txBody>
          <a:bodyPr>
            <a:normAutofit/>
          </a:bodyPr>
          <a:lstStyle/>
          <a:p>
            <a:r>
              <a:rPr sz="2400" dirty="0"/>
              <a:t>Project Role: Independent Development (Full-stack Solo Developer)</a:t>
            </a:r>
            <a:endParaRPr lang="en-US" sz="2400" dirty="0"/>
          </a:p>
          <a:p>
            <a:r>
              <a:rPr lang="en-US" sz="2400" dirty="0"/>
              <a:t>Core Tech Stack: Kotlin + Jetpack Compose + MVVM + Retrofit + </a:t>
            </a:r>
            <a:r>
              <a:rPr lang="en-US" sz="2400" dirty="0" err="1"/>
              <a:t>DataStore</a:t>
            </a:r>
            <a:endParaRPr lang="en-US" sz="2400" dirty="0"/>
          </a:p>
          <a:p>
            <a:r>
              <a:rPr sz="2400" dirty="0"/>
              <a:t>Goal: Closed-loop functionality, Technical challenges, User-oriented iteration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 &amp; Core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 b="1"/>
            </a:pPr>
            <a:r>
              <a:t>Vision: Transforming from 'passive recording' to 'active thinking'.</a:t>
            </a:r>
          </a:p>
          <a:p>
            <a:pPr>
              <a:defRPr sz="2400" b="1"/>
            </a:pPr>
            <a:r>
              <a:t>Positioning: Deep AI integration, privacy focused, serving high-performance individuals.</a:t>
            </a:r>
          </a:p>
          <a:p>
            <a:pPr>
              <a:defRPr sz="2400" b="1"/>
            </a:pPr>
            <a:r>
              <a:t>Core Values:</a:t>
            </a:r>
          </a:p>
          <a:p>
            <a:pPr lvl="1">
              <a:defRPr sz="2000" b="0"/>
            </a:pPr>
            <a:r>
              <a:t>Intelligent Parsing: Transforming natural language into structured to-dos.</a:t>
            </a:r>
          </a:p>
          <a:p>
            <a:pPr lvl="1">
              <a:defRPr sz="2000" b="0"/>
            </a:pPr>
            <a:r>
              <a:t>Open Architecture: Supports user-defined AI service providers (BYOK).</a:t>
            </a:r>
          </a:p>
          <a:p>
            <a:pPr lvl="1">
              <a:defRPr sz="2000" b="0"/>
            </a:pPr>
            <a:r>
              <a:t>Minimalist Interaction: Declarative UI delivering smooth animations.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(Modern Android)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 b="1"/>
            </a:pPr>
            <a:r>
              <a:rPr dirty="0"/>
              <a:t>UI Layer (Jetpack Compose):</a:t>
            </a:r>
          </a:p>
          <a:p>
            <a:pPr lvl="1">
              <a:defRPr sz="2000" b="0"/>
            </a:pPr>
            <a:r>
              <a:rPr dirty="0"/>
              <a:t>Declarative component-based development, improving UI build efficiency.</a:t>
            </a:r>
          </a:p>
          <a:p>
            <a:pPr lvl="1">
              <a:defRPr sz="2000" b="0"/>
            </a:pPr>
            <a:r>
              <a:rPr dirty="0"/>
              <a:t>Utilizes </a:t>
            </a:r>
            <a:r>
              <a:rPr dirty="0" err="1"/>
              <a:t>StateFlow</a:t>
            </a:r>
            <a:r>
              <a:rPr dirty="0"/>
              <a:t> for real-time, Unidirectional Data Flow (UDF).</a:t>
            </a:r>
          </a:p>
          <a:p>
            <a:pPr>
              <a:defRPr sz="2400" b="1"/>
            </a:pPr>
            <a:r>
              <a:rPr dirty="0"/>
              <a:t>Logic Layer (MVVM):</a:t>
            </a:r>
          </a:p>
          <a:p>
            <a:pPr lvl="1">
              <a:defRPr sz="2000" b="0"/>
            </a:pPr>
            <a:r>
              <a:rPr dirty="0" err="1"/>
              <a:t>ViewModel</a:t>
            </a:r>
            <a:r>
              <a:rPr dirty="0"/>
              <a:t> decouples complex AI logic and task states.</a:t>
            </a:r>
          </a:p>
          <a:p>
            <a:pPr lvl="1">
              <a:defRPr sz="2000" b="0"/>
            </a:pPr>
            <a:r>
              <a:rPr dirty="0"/>
              <a:t>Separation of concerns ensures business logic is testable.</a:t>
            </a:r>
          </a:p>
          <a:p>
            <a:pPr>
              <a:defRPr sz="2400" b="1"/>
            </a:pPr>
            <a:r>
              <a:rPr dirty="0"/>
              <a:t>Data Layer:</a:t>
            </a:r>
          </a:p>
          <a:p>
            <a:pPr lvl="1">
              <a:defRPr sz="2000" b="0"/>
            </a:pPr>
            <a:r>
              <a:rPr dirty="0"/>
              <a:t>Retrofit implements efficient docking compatible with OpenAI protocols.</a:t>
            </a:r>
          </a:p>
          <a:p>
            <a:pPr lvl="1">
              <a:defRPr sz="2000" b="0"/>
            </a:pPr>
            <a:r>
              <a:rPr dirty="0" err="1"/>
              <a:t>DataStore</a:t>
            </a:r>
            <a:r>
              <a:rPr dirty="0"/>
              <a:t> handles lightweight persistence for user configs.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Challenges (v0.1.0 - v0.7.0)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 b="1"/>
            </a:pPr>
            <a:r>
              <a:rPr dirty="0"/>
              <a:t>Challenge 1: Refined Gestures (v0.1-v0.3)</a:t>
            </a:r>
          </a:p>
          <a:p>
            <a:pPr lvl="1">
              <a:defRPr sz="2000" b="0"/>
            </a:pPr>
            <a:r>
              <a:rPr dirty="0"/>
              <a:t>Implemented Swipe-to-Action (Pin) and Double-click-to-Edit.</a:t>
            </a:r>
          </a:p>
          <a:p>
            <a:pPr lvl="1">
              <a:defRPr sz="2000" b="0"/>
            </a:pPr>
            <a:r>
              <a:rPr dirty="0"/>
              <a:t>Resolved gesture conflicts using </a:t>
            </a:r>
            <a:r>
              <a:rPr dirty="0" err="1"/>
              <a:t>pointerInput</a:t>
            </a:r>
            <a:r>
              <a:rPr dirty="0"/>
              <a:t>.</a:t>
            </a:r>
          </a:p>
          <a:p>
            <a:pPr>
              <a:defRPr sz="2400" b="1"/>
            </a:pPr>
            <a:r>
              <a:rPr dirty="0"/>
              <a:t>Challenge 2: Dynamic AI Configuration (v0.4-v0.5)</a:t>
            </a:r>
          </a:p>
          <a:p>
            <a:pPr lvl="1">
              <a:defRPr sz="2000" b="0"/>
            </a:pPr>
            <a:r>
              <a:rPr dirty="0"/>
              <a:t>Designed multi-provider system (hot-swapping Base URLs/Model IDs).</a:t>
            </a:r>
          </a:p>
          <a:p>
            <a:pPr>
              <a:defRPr sz="2400" b="1"/>
            </a:pPr>
            <a:r>
              <a:rPr dirty="0"/>
              <a:t>Challenge 3: AI Structured Data Parsing (v0.6-v0.7)</a:t>
            </a:r>
          </a:p>
          <a:p>
            <a:pPr lvl="1">
              <a:defRPr sz="2000" b="0"/>
            </a:pPr>
            <a:r>
              <a:rPr dirty="0"/>
              <a:t>Designed </a:t>
            </a:r>
            <a:r>
              <a:rPr dirty="0" err="1"/>
              <a:t>TaskDraft</a:t>
            </a:r>
            <a:r>
              <a:rPr dirty="0"/>
              <a:t> middleware to handle non-deterministic JSON.</a:t>
            </a:r>
          </a:p>
          <a:p>
            <a:pPr lvl="1">
              <a:defRPr sz="2000" b="0"/>
            </a:pPr>
            <a:r>
              <a:rPr dirty="0"/>
              <a:t>Realized the full chain of 'AI Proposal -&gt; User Review'.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Solo Developer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 b="1"/>
            </a:pPr>
            <a:r>
              <a:t>Management Tools:</a:t>
            </a:r>
          </a:p>
          <a:p>
            <a:pPr lvl="1">
              <a:defRPr sz="2000" b="0"/>
            </a:pPr>
            <a:r>
              <a:t>API_MAP.md &amp; CHANGELOG.md as 'Single Source of Truth'.</a:t>
            </a:r>
          </a:p>
          <a:p>
            <a:pPr>
              <a:defRPr sz="2400" b="1"/>
            </a:pPr>
            <a:r>
              <a:t>Full-Stack Coordination:</a:t>
            </a:r>
          </a:p>
          <a:p>
            <a:pPr lvl="1">
              <a:defRPr sz="2000" b="0"/>
            </a:pPr>
            <a:r>
              <a:t>UI: Encapsulated generic CompactPickers (40% faster form dev).</a:t>
            </a:r>
          </a:p>
          <a:p>
            <a:pPr lvl="1">
              <a:defRPr sz="2000" b="0"/>
            </a:pPr>
            <a:r>
              <a:t>Logic: Centralized task changes via TaskListViewModel.</a:t>
            </a:r>
          </a:p>
          <a:p>
            <a:pPr>
              <a:defRPr sz="2400" b="1"/>
            </a:pPr>
            <a:r>
              <a:t>Quality Assurance:</a:t>
            </a:r>
          </a:p>
          <a:p>
            <a:pPr lvl="1">
              <a:defRPr sz="2000" b="0"/>
            </a:pPr>
            <a:r>
              <a:t>Layered Testing Strategy focusing on state transition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Feedback &amp; Iteration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 b="1"/>
            </a:pPr>
            <a:r>
              <a:t>Feedback A: Keyboard blocks send button</a:t>
            </a:r>
          </a:p>
          <a:p>
            <a:pPr lvl="1">
              <a:defRPr sz="2000" b="0"/>
            </a:pPr>
            <a:r>
              <a:t>Analysis: Incomplete Window Insets handling.</a:t>
            </a:r>
          </a:p>
          <a:p>
            <a:pPr lvl="1">
              <a:defRPr sz="2000" b="0"/>
            </a:pPr>
            <a:r>
              <a:t>Fix: Introduced imePadding() for automatic UI avoidance.</a:t>
            </a:r>
          </a:p>
          <a:p>
            <a:pPr>
              <a:defRPr sz="2400" b="1"/>
            </a:pPr>
            <a:r>
              <a:t>Feedback B: Unclear if AI is working</a:t>
            </a:r>
          </a:p>
          <a:p>
            <a:pPr lvl="1">
              <a:defRPr sz="2000" b="0"/>
            </a:pPr>
            <a:r>
              <a:t>Analysis: Async API calls lacked loading feedback.</a:t>
            </a:r>
          </a:p>
          <a:p>
            <a:pPr lvl="1">
              <a:defRPr sz="2000" b="0"/>
            </a:pPr>
            <a:r>
              <a:t>Fix: Added loading state in AIChatUiState.</a:t>
            </a:r>
          </a:p>
          <a:p>
            <a:pPr>
              <a:defRPr sz="2400" b="1"/>
            </a:pPr>
            <a:r>
              <a:t>Feedback C: New tasks not syncing immediately</a:t>
            </a:r>
          </a:p>
          <a:p>
            <a:pPr lvl="1">
              <a:defRPr sz="2000" b="0"/>
            </a:pPr>
            <a:r>
              <a:t>Analysis: Data stream subscription was not timely.</a:t>
            </a:r>
          </a:p>
          <a:p>
            <a:pPr lvl="1">
              <a:defRPr sz="2000" b="0"/>
            </a:pPr>
            <a:r>
              <a:t>Fix: Optimized StateFlow observation.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Feedback &amp; Iteration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 b="1"/>
            </a:pPr>
            <a:r>
              <a:t>Feedback D: Accidental exit loses data</a:t>
            </a:r>
          </a:p>
          <a:p>
            <a:pPr lvl="1">
              <a:defRPr sz="2000" b="0"/>
            </a:pPr>
            <a:r>
              <a:t>Analysis: No dirty data check implemented.</a:t>
            </a:r>
          </a:p>
          <a:p>
            <a:pPr lvl="1">
              <a:defRPr sz="2000" b="0"/>
            </a:pPr>
            <a:r>
              <a:t>Fix: Added edit state comparison and confirmation popup.</a:t>
            </a:r>
          </a:p>
          <a:p>
            <a:pPr>
              <a:defRPr sz="2400" b="1"/>
            </a:pPr>
            <a:r>
              <a:t>Feedback E: AI suggested deadlines wrong format</a:t>
            </a:r>
          </a:p>
          <a:p>
            <a:pPr lvl="1">
              <a:defRPr sz="2000" b="0"/>
            </a:pPr>
            <a:r>
              <a:t>Analysis: Insufficient Prompt guidance or Parser robustness.</a:t>
            </a:r>
          </a:p>
          <a:p>
            <a:pPr lvl="1">
              <a:defRPr sz="2000" b="0"/>
            </a:pPr>
            <a:r>
              <a:t>Fix: Strengthened JSON Schema &amp; added retry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 b="1"/>
            </a:pPr>
            <a:r>
              <a:t>Testing Focus:</a:t>
            </a:r>
          </a:p>
          <a:p>
            <a:pPr lvl="1">
              <a:defRPr sz="2000" b="0"/>
            </a:pPr>
            <a:r>
              <a:t>ViewModel Unit Tests: Verifying filter outputs.</a:t>
            </a:r>
          </a:p>
          <a:p>
            <a:pPr lvl="1">
              <a:defRPr sz="2000" b="0"/>
            </a:pPr>
            <a:r>
              <a:t>Boundary Testing: API timeouts, network disconnects, empty data.</a:t>
            </a:r>
          </a:p>
          <a:p>
            <a:pPr>
              <a:defRPr sz="2400" b="1"/>
            </a:pPr>
            <a:r>
              <a:t>Limitations:</a:t>
            </a:r>
          </a:p>
          <a:p>
            <a:pPr lvl="1">
              <a:defRPr sz="2000" b="0"/>
            </a:pPr>
            <a:r>
              <a:t>Focused on local manual UI verification due to timeline.</a:t>
            </a:r>
          </a:p>
          <a:p>
            <a:pPr lvl="1">
              <a:defRPr sz="2000" b="0"/>
            </a:pPr>
            <a:r>
              <a:t>Cloud testing included in future plans.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 b="1"/>
            </a:pPr>
            <a:r>
              <a:rPr dirty="0"/>
              <a:t>Summary of Achievements:</a:t>
            </a:r>
          </a:p>
          <a:p>
            <a:pPr lvl="1">
              <a:defRPr sz="2000" b="0"/>
            </a:pPr>
            <a:r>
              <a:rPr dirty="0"/>
              <a:t>Built To-Do system combining AI with high-perf interaction.</a:t>
            </a:r>
          </a:p>
          <a:p>
            <a:pPr lvl="1">
              <a:defRPr sz="2000" b="0"/>
            </a:pPr>
            <a:r>
              <a:rPr dirty="0"/>
              <a:t>Validated Jetpack Compose efficiency for solo dev.</a:t>
            </a:r>
            <a:endParaRPr lang="en-US" dirty="0"/>
          </a:p>
          <a:p>
            <a:pPr lvl="1">
              <a:defRPr sz="2000" b="0"/>
            </a:pPr>
            <a:r>
              <a:rPr lang="en-US" dirty="0"/>
              <a:t>Local LLM calls have now been implemented.</a:t>
            </a:r>
            <a:endParaRPr dirty="0"/>
          </a:p>
          <a:p>
            <a:pPr>
              <a:defRPr sz="2400" b="1"/>
            </a:pPr>
            <a:r>
              <a:rPr dirty="0"/>
              <a:t>Future Plans:</a:t>
            </a:r>
          </a:p>
          <a:p>
            <a:pPr lvl="1">
              <a:defRPr sz="2000" b="0"/>
            </a:pPr>
            <a:r>
              <a:rPr dirty="0"/>
              <a:t>Introduce on-device lightweight models (Gemini Nano).</a:t>
            </a:r>
          </a:p>
          <a:p>
            <a:pPr lvl="1">
              <a:defRPr sz="2000" b="0"/>
            </a:pPr>
            <a:r>
              <a:rPr dirty="0"/>
              <a:t>Add AI-driven productivity trend analysis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597</Words>
  <PresentationFormat>全屏显示(4:3)</PresentationFormat>
  <Paragraphs>81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AITODO — An AI-Driven Intelligent To-Do Management Expert</vt:lpstr>
      <vt:lpstr>Project Vision &amp; Core Positioning</vt:lpstr>
      <vt:lpstr>Technical Architecture (Modern Android)</vt:lpstr>
      <vt:lpstr>Development Challenges (v0.1.0 - v0.7.0)</vt:lpstr>
      <vt:lpstr>Solo Developer Efficiency</vt:lpstr>
      <vt:lpstr>User Feedback &amp; Iteration (1/2)</vt:lpstr>
      <vt:lpstr>User Feedback &amp; Iteration (2/2)</vt:lpstr>
      <vt:lpstr>Testing &amp; Quality Control</vt:lpstr>
      <vt:lpstr>Summary &amp; Future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terms:created xsi:type="dcterms:W3CDTF">2013-01-27T09:14:16Z</dcterms:created>
  <dcterms:modified xsi:type="dcterms:W3CDTF">2025-12-23T09:52:45Z</dcterms:modified>
  <cp:category/>
</cp:coreProperties>
</file>